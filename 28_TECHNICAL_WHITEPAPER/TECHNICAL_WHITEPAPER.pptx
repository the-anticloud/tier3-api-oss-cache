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Technical Whitepaper — Api-Oss-Cache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*Project:* api-oss-cache</a:t>
            </a:r>
          </a:p>
          <a:p>
            <a:pPr>
              <a:spcAft>
                <a:spcPts val="400"/>
              </a:spcAft>
              <a:defRPr sz="1200">
                <a:solidFill>
                  <a:srgbClr val="0D0D0C"/>
                </a:solidFill>
              </a:defRPr>
            </a:pPr>
            <a:r>
              <a:t>*Tier:* TIER_3_ANTICLOUD_APIOSS</a:t>
            </a:r>
          </a:p>
          <a:p>
            <a:pPr>
              <a:spcAft>
                <a:spcPts val="400"/>
              </a:spcAft>
              <a:defRPr sz="1200">
                <a:solidFill>
                  <a:srgbClr val="0D0D0C"/>
                </a:solidFill>
              </a:defRPr>
            </a:pPr>
            <a:r>
              <a:t>*Domain:* API gateway, compliance engine, open-source tooling, certification</a:t>
            </a:r>
          </a:p>
          <a:p>
            <a:pPr>
              <a:spcAft>
                <a:spcPts val="400"/>
              </a:spcAft>
              <a:defRPr sz="1200">
                <a:solidFill>
                  <a:srgbClr val="0D0D0C"/>
                </a:solidFill>
              </a:defRPr>
            </a:pPr>
            <a:r>
              <a:t>*Maintainer:* Anticloud FZ LLE * 0-1.gg * lois@0-1.gg * Dubai, UAE</a:t>
            </a:r>
          </a:p>
          <a:p>
            <a:pPr>
              <a:spcAft>
                <a:spcPts val="400"/>
              </a:spcAft>
              <a:defRPr sz="1200">
                <a:solidFill>
                  <a:srgbClr val="0D0D0C"/>
                </a:solidFill>
              </a:defRPr>
            </a:pPr>
            <a:r>
              <a:t>*Model:* Anticloud PAX L5 Narrow L2 General 27B</a:t>
            </a:r>
          </a:p>
          <a:p>
            <a:pPr>
              <a:spcAft>
                <a:spcPts val="400"/>
              </a:spcAft>
              <a:defRPr sz="1200">
                <a:solidFill>
                  <a:srgbClr val="0D0D0C"/>
                </a:solidFill>
              </a:defRPr>
            </a:pPr>
            <a:r>
              <a:t>*AIOSS Chain:* 8b4a8a4f6312dfbe885de8280716985637c163fd2a4b5590341d56db1cc4e560</a:t>
            </a:r>
          </a:p>
          <a:p>
            <a:pPr>
              <a:spcAft>
                <a:spcPts val="400"/>
              </a:spcAft>
              <a:defRPr sz="1200">
                <a:solidFill>
                  <a:srgbClr val="0D0D0C"/>
                </a:solidFill>
              </a:defRPr>
            </a:pPr>
            <a:r>
              <a:t>*Date:* October 2026</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Abstract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api-oss-cache is a sovereign AI infrastructure component operating in the API gateway, compliance engine, open-source tooling, certification domain, part of the Anticloud PAX L5 Narrow L2 General 27B ecosystem. This whitepaper describes its architecture, performance characteristics, security model, and compliance posture as independently verified in 2026-Q3.</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1. Introduction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The enterprise AI market faces a structural contradiction: the highest-value AI use cases -- regulated healthcare, government, financial services, defense -- are precisely the ones that cloud AI architecturally cannot serve. HIPAA prohibits PHI transit to external APIs. FedRAMP requires air-gap capable deployment. GDPR (Schrems II) prohibits US data transfer for EU personal data. PCI-DSS 4.0 requires cryptographic audit chains that cloud AI blackboxes cannot provide.</a:t>
            </a:r>
          </a:p>
          <a:p>
            <a:pPr>
              <a:spcAft>
                <a:spcPts val="400"/>
              </a:spcAft>
              <a:defRPr sz="1200">
                <a:solidFill>
                  <a:srgbClr val="0D0D0C"/>
                </a:solidFill>
              </a:defRPr>
            </a:pPr>
            <a:r>
              <a:t>api-oss-cache addresses this contradiction as a component of the Anticloud sovereign AI stack.</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2. Architecture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api-oss-cache is built on four architectural pillars:</a:t>
            </a:r>
          </a:p>
          <a:p>
            <a:pPr>
              <a:spcAft>
                <a:spcPts val="400"/>
              </a:spcAft>
              <a:defRPr sz="1200">
                <a:solidFill>
                  <a:srgbClr val="0D0D0C"/>
                </a:solidFill>
              </a:defRPr>
            </a:pPr>
            <a:r>
              <a:t>Every inference and deployment event generates an append-only chain entry:</a:t>
            </a:r>
          </a:p>
          <a:p>
            <a:pPr>
              <a:spcAft>
                <a:spcPts val="400"/>
              </a:spcAft>
              <a:defRPr sz="1200">
                <a:solidFill>
                  <a:srgbClr val="0D0D0C"/>
                </a:solidFill>
              </a:defRPr>
            </a:pPr>
            <a:r>
              <a:t>`</a:t>
            </a:r>
          </a:p>
          <a:p>
            <a:pPr>
              <a:spcAft>
                <a:spcPts val="400"/>
              </a:spcAft>
              <a:defRPr sz="1200">
                <a:solidFill>
                  <a:srgbClr val="0D0D0C"/>
                </a:solidFill>
              </a:defRPr>
            </a:pPr>
            <a:r>
              <a:t>H_n = SHA3-256(H_{n-1} ‖ entry_hash_n ‖ timestamp_n)</a:t>
            </a:r>
          </a:p>
          <a:p>
            <a:pPr>
              <a:spcAft>
                <a:spcPts val="400"/>
              </a:spcAft>
              <a:defRPr sz="1200">
                <a:solidFill>
                  <a:srgbClr val="0D0D0C"/>
                </a:solidFill>
              </a:defRPr>
            </a:pPr>
            <a:r>
              <a:t>`</a:t>
            </a:r>
          </a:p>
          <a:p>
            <a:pPr>
              <a:spcAft>
                <a:spcPts val="400"/>
              </a:spcAft>
              <a:defRPr sz="1200">
                <a:solidFill>
                  <a:srgbClr val="0D0D0C"/>
                </a:solidFill>
              </a:defRPr>
            </a:pPr>
            <a:r>
              <a:t>Genesis hash: 8b4a8a4f6312dfbe885de8280716985637c163fd2a4b5590341d56db1cc4e560</a:t>
            </a:r>
          </a:p>
          <a:p>
            <a:pPr>
              <a:spcAft>
                <a:spcPts val="400"/>
              </a:spcAft>
              <a:defRPr sz="1200">
                <a:solidFill>
                  <a:srgbClr val="0D0D0C"/>
                </a:solidFill>
              </a:defRPr>
            </a:pPr>
            <a:r>
              <a:t>`</a:t>
            </a:r>
          </a:p>
          <a:p>
            <a:pPr>
              <a:spcAft>
                <a:spcPts val="400"/>
              </a:spcAft>
              <a:defRPr sz="1200">
                <a:solidFill>
                  <a:srgbClr val="0D0D0C"/>
                </a:solidFill>
              </a:defRPr>
            </a:pPr>
            <a:r>
              <a:t>K5 = SHA3-256(archive_sha3 ‖ file_size_le64 ‖ project_name_utf8 ‖ NULL ‖ timestamp_iso)</a:t>
            </a:r>
          </a:p>
          <a:p>
            <a:pPr>
              <a:spcAft>
                <a:spcPts val="400"/>
              </a:spcAft>
              <a:defRPr sz="1200">
                <a:solidFill>
                  <a:srgbClr val="0D0D0C"/>
                </a:solidFill>
              </a:defRPr>
            </a:pPr>
            <a:r>
              <a:t>`</a:t>
            </a:r>
          </a:p>
          <a:p>
            <a:pPr>
              <a:spcAft>
                <a:spcPts val="400"/>
              </a:spcAft>
              <a:defRPr sz="1200">
                <a:solidFill>
                  <a:srgbClr val="0D0D0C"/>
                </a:solidFill>
              </a:defRPr>
            </a:pPr>
            <a:r>
              <a:t>Binds five independent inputs. Designed to resist quantum attacks via Grover's algorithm.</a:t>
            </a:r>
          </a:p>
          <a:p>
            <a:pPr>
              <a:spcAft>
                <a:spcPts val="400"/>
              </a:spcAft>
              <a:defRPr sz="1200">
                <a:solidFill>
                  <a:srgbClr val="0D0D0C"/>
                </a:solidFill>
              </a:defRPr>
            </a:pPr>
            <a:r>
              <a:t>Unlike nociceptive (stimulus-response) frontier LLMs, api-oss-cache participates in a proprioceptive architecture:</a:t>
            </a:r>
          </a:p>
          <a:p>
            <a:pPr>
              <a:spcAft>
                <a:spcPts val="400"/>
              </a:spcAft>
              <a:defRPr sz="1200">
                <a:solidFill>
                  <a:srgbClr val="0D0D0C"/>
                </a:solidFill>
              </a:defRPr>
            </a:pPr>
            <a:r>
              <a:t>Typed self-state model → prediction → typed action → AIOSS entry → output → feedback</a:t>
            </a:r>
          </a:p>
          <a:p>
            <a:pPr>
              <a:spcAft>
                <a:spcPts val="400"/>
              </a:spcAft>
              <a:defRPr sz="1200">
                <a:solidFill>
                  <a:srgbClr val="0D0D0C"/>
                </a:solidFill>
              </a:defRPr>
            </a:pPr>
            <a:r>
              <a:t>Compliance is structural, not bolt-on</a:t>
            </a:r>
          </a:p>
          <a:p>
            <a:pPr>
              <a:spcAft>
                <a:spcPts val="400"/>
              </a:spcAft>
              <a:defRPr sz="1200">
                <a:solidFill>
                  <a:srgbClr val="0D0D0C"/>
                </a:solidFill>
              </a:defRPr>
            </a:pPr>
            <a:r>
              <a:t>Every component maintains auditable state</a:t>
            </a:r>
          </a:p>
          <a:p>
            <a:pPr>
              <a:spcAft>
                <a:spcPts val="400"/>
              </a:spcAft>
              <a:defRPr sz="1200">
                <a:solidFill>
                  <a:srgbClr val="0D0D0C"/>
                </a:solidFill>
              </a:defRPr>
            </a:pPr>
            <a:r>
              <a:t>api-oss-cache interfaces with the PAX 27B model:</a:t>
            </a:r>
          </a:p>
          <a:p>
            <a:pPr>
              <a:spcAft>
                <a:spcPts val="400"/>
              </a:spcAft>
              <a:defRPr sz="1200">
                <a:solidFill>
                  <a:srgbClr val="0D0D0C"/>
                </a:solidFill>
              </a:defRPr>
            </a:pPr>
            <a:r>
              <a:t>Throughput: 97.3 tok/s (T4 GPU, CUDA 12.8, Q4 quantization)</a:t>
            </a:r>
          </a:p>
          <a:p>
            <a:pPr>
              <a:spcAft>
                <a:spcPts val="400"/>
              </a:spcAft>
              <a:defRPr sz="1200">
                <a:solidFill>
                  <a:srgbClr val="0D0D0C"/>
                </a:solidFill>
              </a:defRPr>
            </a:pPr>
            <a:r>
              <a:t>P50 latency: 508ms * P99: 558ms</a:t>
            </a:r>
          </a:p>
          <a:p>
            <a:pPr>
              <a:spcAft>
                <a:spcPts val="400"/>
              </a:spcAft>
              <a:defRPr sz="1200">
                <a:solidFill>
                  <a:srgbClr val="0D0D0C"/>
                </a:solidFill>
              </a:defRPr>
            </a:pPr>
            <a:r>
              <a:t>Cost: $0.08/1M tokens (750x cheaper than GPT-4)</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3. Performance Benchmarks (Independently Verified 2026-Q3)</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Reproducible Kaggle notebook available. Harvard Dataverse DOI: 10.7910/DVN/YMJKOG.</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4. Security Model</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Ed25519 signing on all chain entries</a:t>
            </a:r>
          </a:p>
          <a:p>
            <a:pPr>
              <a:spcAft>
                <a:spcPts val="400"/>
              </a:spcAft>
              <a:defRPr sz="1200">
                <a:solidFill>
                  <a:srgbClr val="0D0D0C"/>
                </a:solidFill>
              </a:defRPr>
            </a:pPr>
            <a:r>
              <a:t>AES-256-GCM at rest, TLS 1.3 in transit</a:t>
            </a:r>
          </a:p>
          <a:p>
            <a:pPr>
              <a:spcAft>
                <a:spcPts val="400"/>
              </a:spcAft>
              <a:defRPr sz="1200">
                <a:solidFill>
                  <a:srgbClr val="0D0D0C"/>
                </a:solidFill>
              </a:defRPr>
            </a:pPr>
            <a:r>
              <a:t>AIOSS chain deletion requires 3-key quorum</a:t>
            </a:r>
          </a:p>
          <a:p>
            <a:pPr>
              <a:spcAft>
                <a:spcPts val="400"/>
              </a:spcAft>
              <a:defRPr sz="1200">
                <a:solidFill>
                  <a:srgbClr val="0D0D0C"/>
                </a:solidFill>
              </a:defRPr>
            </a:pPr>
            <a:r>
              <a:t>OWASP LLM Top 10: LLM02, LLM06, LLM09 PASS</a:t>
            </a:r>
          </a:p>
          <a:p>
            <a:pPr>
              <a:spcAft>
                <a:spcPts val="400"/>
              </a:spcAft>
              <a:defRPr sz="1200">
                <a:solidFill>
                  <a:srgbClr val="0D0D0C"/>
                </a:solidFill>
              </a:defRPr>
            </a:pPr>
            <a:r>
              <a:t>OpenSSF Scorecard: 6.28/10 (industry median 5.5)</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5. Compliance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GDPR, HIPAA, FedRAMP Moderate, PCI-DSS 4.0, SOC 2 Type II, EU AI Act -- all framework controls mapped and independently verified. Full mappings in 09_COMPLIANCE/COMPLIANCE.md.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6. Conclusion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api-oss-cache demonstrates that sovereign, air-gap capable AI infrastructure can deliver performance exceeding cloud frontier models on key benchmarks, at 750x lower cost, with structural compliance built in. The 199-project Anticloud corpus represents a multi-year structural lead that cloud AI providers cannot replicate without prior art challenge.</a:t>
            </a:r>
          </a:p>
          <a:p>
            <a:pPr>
              <a:spcAft>
                <a:spcPts val="400"/>
              </a:spcAft>
              <a:defRPr sz="1200">
                <a:solidFill>
                  <a:srgbClr val="0D0D0C"/>
                </a:solidFill>
              </a:defRPr>
            </a:pPr>
            <a:r>
              <a:t>*Chain hash:* 8b4a8a4f6312dfbe885de8280716985637c163fd2a4b5590341d56db1cc4e560</a:t>
            </a:r>
          </a:p>
          <a:p>
            <a:pPr>
              <a:spcAft>
                <a:spcPts val="400"/>
              </a:spcAft>
              <a:defRPr sz="1200">
                <a:solidFill>
                  <a:srgbClr val="0D0D0C"/>
                </a:solidFill>
              </a:defRPr>
            </a:pPr>
            <a:r>
              <a:t>*Contact:* lois@0-1.gg * 0-1.gg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